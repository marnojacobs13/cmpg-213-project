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dirty="0"/>
              <a:pPr/>
              <a:t>2/21/2019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A1323-8D79-1946-B0D7-40001CF92E9D}" type="datetimeFigureOut">
              <a:rPr lang="en-US" dirty="0"/>
              <a:pPr/>
              <a:t>2/21/2019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2/21/2019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02355-E14B-8545-A8F8-0FE83CC9D524}" type="datetimeFigureOut">
              <a:rPr lang="en-US" dirty="0"/>
              <a:pPr/>
              <a:t>2/21/2019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40F58-564D-2B4F-AE67-E407BA4FCF45}" type="datetimeFigureOut">
              <a:rPr lang="en-US" dirty="0"/>
              <a:pPr/>
              <a:t>2/21/2019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dirty="0"/>
              <a:pPr/>
              <a:t>2/21/2019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dirty="0"/>
              <a:pPr/>
              <a:t>2/21/2019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F5E60-9974-AC48-9591-99C2BB44B7CF}" type="datetimeFigureOut">
              <a:rPr lang="en-US" dirty="0"/>
              <a:pPr/>
              <a:t>2/21/2019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18C79C5D-2A6F-F04D-97DA-BEF2467B64E4}" type="datetimeFigureOut">
              <a:rPr lang="en-US" dirty="0"/>
              <a:pPr/>
              <a:t>2/21/2019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79C5D-2A6F-F04D-97DA-BEF2467B64E4}" type="datetimeFigureOut">
              <a:rPr lang="en-US" dirty="0"/>
              <a:pPr/>
              <a:t>2/21/2019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2/21/2019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54567-0DE4-3F47-BF90-CB84690072F9}" type="datetimeFigureOut">
              <a:rPr lang="en-US" dirty="0"/>
              <a:pPr/>
              <a:t>2/21/2019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C52C72-DE31-F449-A4ED-4C594FD91407}" type="datetimeFigureOut">
              <a:rPr lang="en-US" dirty="0"/>
              <a:pPr/>
              <a:t>2/21/2019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2726E-379B-B349-9EED-81ED093FA806}" type="datetimeFigureOut">
              <a:rPr lang="en-US" dirty="0"/>
              <a:pPr/>
              <a:t>2/21/2019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09B482E8-6E0E-1B4F-B1FD-C69DB9E858D9}" type="datetimeFigureOut">
              <a:rPr lang="en-US" dirty="0"/>
              <a:pPr/>
              <a:t>2/21/2019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3" r:id="rId9"/>
    <p:sldLayoutId id="2147483657" r:id="rId10"/>
    <p:sldLayoutId id="2147483666" r:id="rId11"/>
    <p:sldLayoutId id="2147483661" r:id="rId12"/>
    <p:sldLayoutId id="2147483658" r:id="rId13"/>
    <p:sldLayoutId id="2147483659" r:id="rId14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ZA" dirty="0"/>
              <a:t>Proposal for the restaurant ordering amalgamation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ZA" dirty="0"/>
              <a:t>From Kahno</a:t>
            </a:r>
          </a:p>
        </p:txBody>
      </p:sp>
    </p:spTree>
    <p:extLst>
      <p:ext uri="{BB962C8B-B14F-4D97-AF65-F5344CB8AC3E}">
        <p14:creationId xmlns:p14="http://schemas.microsoft.com/office/powerpoint/2010/main" val="14247822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Table of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ZA" dirty="0"/>
              <a:t>Background</a:t>
            </a:r>
          </a:p>
          <a:p>
            <a:pPr>
              <a:buFont typeface="+mj-lt"/>
              <a:buAutoNum type="arabicPeriod"/>
            </a:pPr>
            <a:r>
              <a:rPr lang="en-ZA" dirty="0"/>
              <a:t>Problem Statement</a:t>
            </a:r>
          </a:p>
          <a:p>
            <a:pPr>
              <a:buFont typeface="+mj-lt"/>
              <a:buAutoNum type="arabicPeriod"/>
            </a:pPr>
            <a:r>
              <a:rPr lang="en-ZA" dirty="0"/>
              <a:t>Constraints</a:t>
            </a:r>
          </a:p>
          <a:p>
            <a:pPr>
              <a:buFont typeface="+mj-lt"/>
              <a:buAutoNum type="arabicPeriod"/>
            </a:pPr>
            <a:r>
              <a:rPr lang="en-ZA" dirty="0"/>
              <a:t>Scope Definition</a:t>
            </a:r>
          </a:p>
          <a:p>
            <a:pPr>
              <a:buFont typeface="+mj-lt"/>
              <a:buAutoNum type="arabicPeriod"/>
            </a:pPr>
            <a:r>
              <a:rPr lang="en-ZA" dirty="0"/>
              <a:t>Goals Of the project</a:t>
            </a:r>
          </a:p>
          <a:p>
            <a:pPr>
              <a:buFont typeface="+mj-lt"/>
              <a:buAutoNum type="arabicPeriod"/>
            </a:pPr>
            <a:r>
              <a:rPr lang="en-ZA" dirty="0"/>
              <a:t>Opportunities to improve</a:t>
            </a:r>
          </a:p>
          <a:p>
            <a:pPr>
              <a:buFont typeface="+mj-lt"/>
              <a:buAutoNum type="arabicPeriod"/>
            </a:pPr>
            <a:r>
              <a:rPr lang="en-ZA" dirty="0"/>
              <a:t>Schedule</a:t>
            </a:r>
          </a:p>
          <a:p>
            <a:pPr>
              <a:buFont typeface="+mj-lt"/>
              <a:buAutoNum type="arabicPeriod"/>
            </a:pPr>
            <a:r>
              <a:rPr lang="en-ZA"/>
              <a:t>Budget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610849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1.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ZA" dirty="0"/>
              <a:t>Kahno is a small software development company that is developing a platform that will amalgamate all online ordering applications for restaurants.</a:t>
            </a:r>
          </a:p>
        </p:txBody>
      </p:sp>
    </p:spTree>
    <p:extLst>
      <p:ext uri="{BB962C8B-B14F-4D97-AF65-F5344CB8AC3E}">
        <p14:creationId xmlns:p14="http://schemas.microsoft.com/office/powerpoint/2010/main" val="25587350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2.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ZA" dirty="0"/>
              <a:t>Kahno has identified a gap in the market for an application that unifies all fast food ordering systems.</a:t>
            </a:r>
          </a:p>
          <a:p>
            <a:r>
              <a:rPr lang="en-ZA" dirty="0"/>
              <a:t>The application needs to facilitate receiving orders from the client and presenting them to the restaurant.</a:t>
            </a:r>
          </a:p>
          <a:p>
            <a:r>
              <a:rPr lang="en-ZA" dirty="0"/>
              <a:t>The application will be required to have push notifications and be easy to sign up to.</a:t>
            </a:r>
          </a:p>
          <a:p>
            <a:r>
              <a:rPr lang="en-ZA" dirty="0"/>
              <a:t>For the restaurant the system will enable them to receive orders as they usually would and make updating specials easier with a set of options to alter menu items and customising orders for their customers.</a:t>
            </a:r>
          </a:p>
        </p:txBody>
      </p:sp>
    </p:spTree>
    <p:extLst>
      <p:ext uri="{BB962C8B-B14F-4D97-AF65-F5344CB8AC3E}">
        <p14:creationId xmlns:p14="http://schemas.microsoft.com/office/powerpoint/2010/main" val="3359775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3.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ZA" dirty="0"/>
              <a:t>The system will use AWS to host a database and web app.</a:t>
            </a:r>
          </a:p>
          <a:p>
            <a:r>
              <a:rPr lang="en-ZA" dirty="0"/>
              <a:t>A mobile app and desktop application will need to be made with different access levels and perspectives.</a:t>
            </a:r>
          </a:p>
          <a:p>
            <a:r>
              <a:rPr lang="en-ZA" dirty="0"/>
              <a:t>The current budget only accounts for the initial release and not the lifetime </a:t>
            </a:r>
            <a:r>
              <a:rPr lang="en-ZA"/>
              <a:t>server maintenance </a:t>
            </a:r>
            <a:r>
              <a:rPr lang="en-ZA" dirty="0"/>
              <a:t>costs</a:t>
            </a:r>
          </a:p>
        </p:txBody>
      </p:sp>
    </p:spTree>
    <p:extLst>
      <p:ext uri="{BB962C8B-B14F-4D97-AF65-F5344CB8AC3E}">
        <p14:creationId xmlns:p14="http://schemas.microsoft.com/office/powerpoint/2010/main" val="266481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4. Scope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ZA" dirty="0"/>
              <a:t>Required functionality as follows: </a:t>
            </a:r>
          </a:p>
          <a:p>
            <a:r>
              <a:rPr lang="en-ZA" dirty="0"/>
              <a:t>Order placement facilities for multiple restaurants.</a:t>
            </a:r>
          </a:p>
          <a:p>
            <a:r>
              <a:rPr lang="en-ZA" dirty="0"/>
              <a:t>Client profiles with order history.</a:t>
            </a:r>
          </a:p>
          <a:p>
            <a:r>
              <a:rPr lang="en-ZA" dirty="0"/>
              <a:t>Portal to sign up a restaurant and design a site which can be viewed in the app.</a:t>
            </a:r>
          </a:p>
          <a:p>
            <a:r>
              <a:rPr lang="en-ZA" dirty="0"/>
              <a:t>Ability to alter menu items and specials readily.</a:t>
            </a:r>
          </a:p>
          <a:p>
            <a:r>
              <a:rPr lang="en-ZA" dirty="0"/>
              <a:t>Client ability to customise which restaurants are on their home view and to add new ones readily.</a:t>
            </a:r>
          </a:p>
        </p:txBody>
      </p:sp>
    </p:spTree>
    <p:extLst>
      <p:ext uri="{BB962C8B-B14F-4D97-AF65-F5344CB8AC3E}">
        <p14:creationId xmlns:p14="http://schemas.microsoft.com/office/powerpoint/2010/main" val="1496591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5. Goals of the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ZA" dirty="0"/>
              <a:t>The goals are as follows:</a:t>
            </a:r>
          </a:p>
          <a:p>
            <a:r>
              <a:rPr lang="en-ZA" dirty="0"/>
              <a:t>Simplify the process of placing orders for food.</a:t>
            </a:r>
          </a:p>
          <a:p>
            <a:r>
              <a:rPr lang="en-ZA" dirty="0"/>
              <a:t>Reduce cost of businesses maintaining their own applications.</a:t>
            </a:r>
          </a:p>
          <a:p>
            <a:r>
              <a:rPr lang="en-ZA" dirty="0"/>
              <a:t>Provide a competitor to local applications which do not offer all our services.</a:t>
            </a:r>
          </a:p>
          <a:p>
            <a:r>
              <a:rPr lang="en-ZA" dirty="0"/>
              <a:t>Reduce amount of apps on a persons phone to order food.</a:t>
            </a:r>
          </a:p>
        </p:txBody>
      </p:sp>
    </p:spTree>
    <p:extLst>
      <p:ext uri="{BB962C8B-B14F-4D97-AF65-F5344CB8AC3E}">
        <p14:creationId xmlns:p14="http://schemas.microsoft.com/office/powerpoint/2010/main" val="28897945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6. Opportunities to improve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ZA" dirty="0"/>
              <a:t>Something about using a web view to convert websites into </a:t>
            </a:r>
            <a:r>
              <a:rPr lang="en-ZA" dirty="0" err="1"/>
              <a:t>webapps</a:t>
            </a:r>
            <a:endParaRPr lang="en-ZA" dirty="0"/>
          </a:p>
          <a:p>
            <a:r>
              <a:rPr lang="en-ZA" dirty="0"/>
              <a:t>Have customisation options for the design </a:t>
            </a:r>
            <a:r>
              <a:rPr lang="en-ZA" dirty="0" err="1"/>
              <a:t>ui</a:t>
            </a:r>
            <a:r>
              <a:rPr lang="en-ZA" dirty="0"/>
              <a:t> for the back end</a:t>
            </a:r>
          </a:p>
        </p:txBody>
      </p:sp>
    </p:spTree>
    <p:extLst>
      <p:ext uri="{BB962C8B-B14F-4D97-AF65-F5344CB8AC3E}">
        <p14:creationId xmlns:p14="http://schemas.microsoft.com/office/powerpoint/2010/main" val="33305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7. Schedule of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ZA"/>
          </a:p>
        </p:txBody>
      </p:sp>
      <p:graphicFrame>
        <p:nvGraphicFramePr>
          <p:cNvPr id="4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27197427"/>
              </p:ext>
            </p:extLst>
          </p:nvPr>
        </p:nvGraphicFramePr>
        <p:xfrm>
          <a:off x="1021968" y="1327742"/>
          <a:ext cx="10148064" cy="537593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02914">
                  <a:extLst>
                    <a:ext uri="{9D8B030D-6E8A-4147-A177-3AD203B41FA5}">
                      <a16:colId xmlns:a16="http://schemas.microsoft.com/office/drawing/2014/main" val="899141496"/>
                    </a:ext>
                  </a:extLst>
                </a:gridCol>
                <a:gridCol w="6572966">
                  <a:extLst>
                    <a:ext uri="{9D8B030D-6E8A-4147-A177-3AD203B41FA5}">
                      <a16:colId xmlns:a16="http://schemas.microsoft.com/office/drawing/2014/main" val="444392177"/>
                    </a:ext>
                  </a:extLst>
                </a:gridCol>
                <a:gridCol w="1472184">
                  <a:extLst>
                    <a:ext uri="{9D8B030D-6E8A-4147-A177-3AD203B41FA5}">
                      <a16:colId xmlns:a16="http://schemas.microsoft.com/office/drawing/2014/main" val="1951957578"/>
                    </a:ext>
                  </a:extLst>
                </a:gridCol>
              </a:tblGrid>
              <a:tr h="474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Project Steps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Steps Implemented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 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 b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Proposed date</a:t>
                      </a:r>
                      <a:endParaRPr lang="en-ZA" sz="11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04944539"/>
                  </a:ext>
                </a:extLst>
              </a:tr>
              <a:tr h="237320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Scope definition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Scope definition documented in the project proposal. 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25-02-2019 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991433818"/>
                  </a:ext>
                </a:extLst>
              </a:tr>
              <a:tr h="5227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Problem analysis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The project proposal with the existing problems, proposed solutions to the problems, business opportunities, schedule of events and the economic justification. 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25-02-2019</a:t>
                      </a:r>
                      <a:endParaRPr lang="en-ZA" sz="11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834968504"/>
                  </a:ext>
                </a:extLst>
              </a:tr>
              <a:tr h="359926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Requirements analysis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Business requirement statements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Complete</a:t>
                      </a:r>
                      <a:r>
                        <a:rPr lang="en-GB" sz="1400" baseline="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dates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375023228"/>
                  </a:ext>
                </a:extLst>
              </a:tr>
              <a:tr h="227002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Logical design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Specifications and the logical system modules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Complete dates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232970004"/>
                  </a:ext>
                </a:extLst>
              </a:tr>
              <a:tr h="831640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Decision analysis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Document with evaluation for each candidate solution in terms of technical-, operational-, economic-, schedule- and risk- feasibility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Choose best candidate solution and decide whether project must be completed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Complete dates</a:t>
                      </a:r>
                      <a:endParaRPr lang="en-ZA" sz="11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202722709"/>
                  </a:ext>
                </a:extLst>
              </a:tr>
              <a:tr h="802630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Physical design &amp; integration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Physical design models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Detail specifications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Prototypes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Redesigned business processes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Complete dates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415059180"/>
                  </a:ext>
                </a:extLst>
              </a:tr>
              <a:tr h="893697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Construction &amp; testing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Database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Custom-built software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User Interfaces (Windows or Web)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Test plan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 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Complete dates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3723471"/>
                  </a:ext>
                </a:extLst>
              </a:tr>
              <a:tr h="99603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Installation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An operational system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Operation manual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Documented quality review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Updated logical and physical system models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 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Complete dates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92422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4775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8. Budget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ZA" dirty="0"/>
              <a:t>Hours:</a:t>
            </a:r>
          </a:p>
          <a:p>
            <a:pPr marL="0" indent="0">
              <a:buNone/>
            </a:pPr>
            <a:endParaRPr lang="en-ZA" dirty="0"/>
          </a:p>
          <a:p>
            <a:pPr marL="0" indent="0">
              <a:buNone/>
            </a:pPr>
            <a:r>
              <a:rPr lang="en-ZA" dirty="0"/>
              <a:t>Internal cost			=xxx</a:t>
            </a:r>
          </a:p>
        </p:txBody>
      </p:sp>
    </p:spTree>
    <p:extLst>
      <p:ext uri="{BB962C8B-B14F-4D97-AF65-F5344CB8AC3E}">
        <p14:creationId xmlns:p14="http://schemas.microsoft.com/office/powerpoint/2010/main" val="2142293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1554593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TM03457503[[fn=Quotable]]</Template>
  <TotalTime>64</TotalTime>
  <Words>503</Words>
  <Application>Microsoft Office PowerPoint</Application>
  <PresentationFormat>Widescreen</PresentationFormat>
  <Paragraphs>83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Century Gothic</vt:lpstr>
      <vt:lpstr>Symbol</vt:lpstr>
      <vt:lpstr>Times New Roman</vt:lpstr>
      <vt:lpstr>Wingdings 2</vt:lpstr>
      <vt:lpstr>Quotable</vt:lpstr>
      <vt:lpstr>Proposal for the restaurant ordering amalgamation system</vt:lpstr>
      <vt:lpstr>Table of Content</vt:lpstr>
      <vt:lpstr>1. Background</vt:lpstr>
      <vt:lpstr>2. Problem statement</vt:lpstr>
      <vt:lpstr>3. Constraints</vt:lpstr>
      <vt:lpstr>4. Scope definition</vt:lpstr>
      <vt:lpstr>5. Goals of the project</vt:lpstr>
      <vt:lpstr>6. Opportunities to improve</vt:lpstr>
      <vt:lpstr>7. Schedule of project</vt:lpstr>
      <vt:lpstr>8. Budget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the restaurant ordering amalgamation system</dc:title>
  <dc:creator>KYLE FLEMING</dc:creator>
  <cp:lastModifiedBy>30046599</cp:lastModifiedBy>
  <cp:revision>9</cp:revision>
  <dcterms:created xsi:type="dcterms:W3CDTF">2019-02-16T18:16:41Z</dcterms:created>
  <dcterms:modified xsi:type="dcterms:W3CDTF">2019-02-21T08:34:05Z</dcterms:modified>
</cp:coreProperties>
</file>