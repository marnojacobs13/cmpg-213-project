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2/20/2019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2/20/2019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2/20/2019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2/20/2019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2/20/2019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2/20/2019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2/20/2019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2/20/2019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2/20/2019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2/20/2019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2/20/2019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2/20/2019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2/20/2019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2/20/2019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2/20/2019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Proposal for the restaurant ordering amalgamation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/>
              <a:t>From Kahno</a:t>
            </a:r>
          </a:p>
        </p:txBody>
      </p:sp>
    </p:spTree>
    <p:extLst>
      <p:ext uri="{BB962C8B-B14F-4D97-AF65-F5344CB8AC3E}">
        <p14:creationId xmlns:p14="http://schemas.microsoft.com/office/powerpoint/2010/main" val="1424782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Table of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ZA" dirty="0"/>
              <a:t>Background</a:t>
            </a:r>
          </a:p>
          <a:p>
            <a:pPr>
              <a:buFont typeface="+mj-lt"/>
              <a:buAutoNum type="arabicPeriod"/>
            </a:pPr>
            <a:r>
              <a:rPr lang="en-ZA" dirty="0"/>
              <a:t>Problem Statement</a:t>
            </a:r>
          </a:p>
          <a:p>
            <a:pPr>
              <a:buFont typeface="+mj-lt"/>
              <a:buAutoNum type="arabicPeriod"/>
            </a:pPr>
            <a:r>
              <a:rPr lang="en-ZA" dirty="0"/>
              <a:t>Constraints</a:t>
            </a:r>
          </a:p>
          <a:p>
            <a:pPr>
              <a:buFont typeface="+mj-lt"/>
              <a:buAutoNum type="arabicPeriod"/>
            </a:pPr>
            <a:r>
              <a:rPr lang="en-ZA" dirty="0"/>
              <a:t>Scope Definition</a:t>
            </a:r>
          </a:p>
          <a:p>
            <a:pPr>
              <a:buFont typeface="+mj-lt"/>
              <a:buAutoNum type="arabicPeriod"/>
            </a:pPr>
            <a:r>
              <a:rPr lang="en-ZA" dirty="0"/>
              <a:t>Goals Of the project</a:t>
            </a:r>
          </a:p>
          <a:p>
            <a:pPr>
              <a:buFont typeface="+mj-lt"/>
              <a:buAutoNum type="arabicPeriod"/>
            </a:pPr>
            <a:r>
              <a:rPr lang="en-ZA" dirty="0"/>
              <a:t>Opportunities to improve</a:t>
            </a:r>
          </a:p>
          <a:p>
            <a:pPr>
              <a:buFont typeface="+mj-lt"/>
              <a:buAutoNum type="arabicPeriod"/>
            </a:pPr>
            <a:r>
              <a:rPr lang="en-ZA" dirty="0"/>
              <a:t>Schedule</a:t>
            </a:r>
          </a:p>
          <a:p>
            <a:pPr>
              <a:buFont typeface="+mj-lt"/>
              <a:buAutoNum type="arabicPeriod"/>
            </a:pPr>
            <a:r>
              <a:rPr lang="en-ZA"/>
              <a:t>Budget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10849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1.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dirty="0"/>
              <a:t>Kahno is a small software development company that is developing a platform that will amalgamate all online ordering applications for restaurants.</a:t>
            </a:r>
          </a:p>
        </p:txBody>
      </p:sp>
    </p:spTree>
    <p:extLst>
      <p:ext uri="{BB962C8B-B14F-4D97-AF65-F5344CB8AC3E}">
        <p14:creationId xmlns:p14="http://schemas.microsoft.com/office/powerpoint/2010/main" val="2558735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2.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Kahno has identified a gap in the market for an application that unifies all fast food ordering systems.</a:t>
            </a:r>
          </a:p>
          <a:p>
            <a:r>
              <a:rPr lang="en-ZA" dirty="0"/>
              <a:t>The application needs to facilitate receiving orders from the client and presenting them to the restaurant.</a:t>
            </a:r>
          </a:p>
          <a:p>
            <a:r>
              <a:rPr lang="en-ZA" dirty="0"/>
              <a:t>The application will be required to have push notifications and be easy to sign up to.</a:t>
            </a:r>
          </a:p>
          <a:p>
            <a:r>
              <a:rPr lang="en-ZA" dirty="0"/>
              <a:t>For the restaurant the system will enable them to receive orders as they usually would and make updating specials easier with a set of options to alter menu items and customising orders for their customers.</a:t>
            </a:r>
          </a:p>
        </p:txBody>
      </p:sp>
    </p:spTree>
    <p:extLst>
      <p:ext uri="{BB962C8B-B14F-4D97-AF65-F5344CB8AC3E}">
        <p14:creationId xmlns:p14="http://schemas.microsoft.com/office/powerpoint/2010/main" val="3359775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3.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The system will use AWS to host a database and web app.</a:t>
            </a:r>
          </a:p>
          <a:p>
            <a:r>
              <a:rPr lang="en-ZA" dirty="0"/>
              <a:t>A mobile app and desktop application will need to be made with different access levels and perspectives.</a:t>
            </a:r>
          </a:p>
          <a:p>
            <a:r>
              <a:rPr lang="en-ZA" dirty="0"/>
              <a:t>The current budget only accounts for the initial release and not the lifetime </a:t>
            </a:r>
            <a:r>
              <a:rPr lang="en-ZA"/>
              <a:t>server maintenance </a:t>
            </a:r>
            <a:r>
              <a:rPr lang="en-ZA" dirty="0"/>
              <a:t>costs</a:t>
            </a:r>
          </a:p>
        </p:txBody>
      </p:sp>
    </p:spTree>
    <p:extLst>
      <p:ext uri="{BB962C8B-B14F-4D97-AF65-F5344CB8AC3E}">
        <p14:creationId xmlns:p14="http://schemas.microsoft.com/office/powerpoint/2010/main" val="266481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4. Scope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dirty="0"/>
              <a:t>Required functionality as follows: </a:t>
            </a:r>
          </a:p>
          <a:p>
            <a:r>
              <a:rPr lang="en-ZA" dirty="0"/>
              <a:t>Order placement facilities for multiple restaurants.</a:t>
            </a:r>
          </a:p>
          <a:p>
            <a:r>
              <a:rPr lang="en-ZA" dirty="0"/>
              <a:t>Client profiles with order history.</a:t>
            </a:r>
          </a:p>
          <a:p>
            <a:r>
              <a:rPr lang="en-ZA" dirty="0"/>
              <a:t>Portal to sign up a restaurant and design a site which can be viewed in the app.</a:t>
            </a:r>
          </a:p>
          <a:p>
            <a:r>
              <a:rPr lang="en-ZA" dirty="0"/>
              <a:t>Ability to alter menu items and specials readily.</a:t>
            </a:r>
          </a:p>
          <a:p>
            <a:r>
              <a:rPr lang="en-ZA" dirty="0"/>
              <a:t>Client ability to customise which restaurants are on their home view and to add new ones readily.</a:t>
            </a:r>
          </a:p>
        </p:txBody>
      </p:sp>
    </p:spTree>
    <p:extLst>
      <p:ext uri="{BB962C8B-B14F-4D97-AF65-F5344CB8AC3E}">
        <p14:creationId xmlns:p14="http://schemas.microsoft.com/office/powerpoint/2010/main" val="1496591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5. Goals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dirty="0"/>
              <a:t>The goals are as follows:</a:t>
            </a:r>
          </a:p>
          <a:p>
            <a:r>
              <a:rPr lang="en-ZA" dirty="0"/>
              <a:t>Simplify the process of placing orders for food.</a:t>
            </a:r>
          </a:p>
          <a:p>
            <a:r>
              <a:rPr lang="en-ZA" dirty="0"/>
              <a:t>Reduce cost of businesses maintaining their own applications.</a:t>
            </a:r>
          </a:p>
          <a:p>
            <a:r>
              <a:rPr lang="en-ZA" dirty="0"/>
              <a:t>Provide a competitor to local applications which do not offer all our services.</a:t>
            </a:r>
          </a:p>
          <a:p>
            <a:r>
              <a:rPr lang="en-ZA" dirty="0"/>
              <a:t>Reduce amount of apps on a persons phone to order food.</a:t>
            </a:r>
          </a:p>
        </p:txBody>
      </p:sp>
    </p:spTree>
    <p:extLst>
      <p:ext uri="{BB962C8B-B14F-4D97-AF65-F5344CB8AC3E}">
        <p14:creationId xmlns:p14="http://schemas.microsoft.com/office/powerpoint/2010/main" val="2889794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6. Opportunities to improve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Something about using a web view to convert websites into </a:t>
            </a:r>
            <a:r>
              <a:rPr lang="en-ZA" dirty="0" err="1"/>
              <a:t>webapps</a:t>
            </a:r>
            <a:endParaRPr lang="en-ZA" dirty="0"/>
          </a:p>
          <a:p>
            <a:r>
              <a:rPr lang="en-ZA" dirty="0"/>
              <a:t>Have customisation options for the design </a:t>
            </a:r>
            <a:r>
              <a:rPr lang="en-ZA" dirty="0" err="1"/>
              <a:t>ui</a:t>
            </a:r>
            <a:r>
              <a:rPr lang="en-ZA" dirty="0"/>
              <a:t> for the back end</a:t>
            </a:r>
          </a:p>
        </p:txBody>
      </p:sp>
    </p:spTree>
    <p:extLst>
      <p:ext uri="{BB962C8B-B14F-4D97-AF65-F5344CB8AC3E}">
        <p14:creationId xmlns:p14="http://schemas.microsoft.com/office/powerpoint/2010/main" val="33305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7. Schedule of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94775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8. 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dirty="0"/>
              <a:t>Hours:</a:t>
            </a:r>
          </a:p>
          <a:p>
            <a:pPr marL="0" indent="0">
              <a:buNone/>
            </a:pPr>
            <a:endParaRPr lang="en-ZA" dirty="0"/>
          </a:p>
          <a:p>
            <a:pPr marL="0" indent="0">
              <a:buNone/>
            </a:pPr>
            <a:r>
              <a:rPr lang="en-ZA" dirty="0"/>
              <a:t>Internal cost			=xxx</a:t>
            </a:r>
          </a:p>
        </p:txBody>
      </p:sp>
    </p:spTree>
    <p:extLst>
      <p:ext uri="{BB962C8B-B14F-4D97-AF65-F5344CB8AC3E}">
        <p14:creationId xmlns:p14="http://schemas.microsoft.com/office/powerpoint/2010/main" val="2142293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155459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34</TotalTime>
  <Words>357</Words>
  <Application>Microsoft Office PowerPoint</Application>
  <PresentationFormat>Widescreen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2</vt:lpstr>
      <vt:lpstr>Quotable</vt:lpstr>
      <vt:lpstr>Proposal for the restaurant ordering amalgamation system</vt:lpstr>
      <vt:lpstr>Table of Content</vt:lpstr>
      <vt:lpstr>1. Background</vt:lpstr>
      <vt:lpstr>2. Problem statement</vt:lpstr>
      <vt:lpstr>3. Constraints</vt:lpstr>
      <vt:lpstr>4. Scope definition</vt:lpstr>
      <vt:lpstr>5. Goals of the project</vt:lpstr>
      <vt:lpstr>6. Opportunities to improve</vt:lpstr>
      <vt:lpstr>7. Schedule of project</vt:lpstr>
      <vt:lpstr>8. Budget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for the restaurant ordering amalgamation system</dc:title>
  <dc:creator>KYLE FLEMING</dc:creator>
  <cp:lastModifiedBy>KYLE FLEMING</cp:lastModifiedBy>
  <cp:revision>6</cp:revision>
  <dcterms:created xsi:type="dcterms:W3CDTF">2019-02-16T18:16:41Z</dcterms:created>
  <dcterms:modified xsi:type="dcterms:W3CDTF">2019-02-20T11:02:57Z</dcterms:modified>
</cp:coreProperties>
</file>