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26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 dirty="0"/>
              <a:t>Proposal for the restaurant ordering amalgamation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ZA" dirty="0"/>
              <a:t>From Kahno</a:t>
            </a:r>
          </a:p>
        </p:txBody>
      </p:sp>
    </p:spTree>
    <p:extLst>
      <p:ext uri="{BB962C8B-B14F-4D97-AF65-F5344CB8AC3E}">
        <p14:creationId xmlns:p14="http://schemas.microsoft.com/office/powerpoint/2010/main" val="1424782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Table of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ZA" dirty="0"/>
              <a:t>Background</a:t>
            </a:r>
          </a:p>
          <a:p>
            <a:pPr>
              <a:buFont typeface="+mj-lt"/>
              <a:buAutoNum type="arabicPeriod"/>
            </a:pPr>
            <a:r>
              <a:rPr lang="en-ZA" dirty="0"/>
              <a:t>Problem Statement</a:t>
            </a:r>
          </a:p>
          <a:p>
            <a:pPr>
              <a:buFont typeface="+mj-lt"/>
              <a:buAutoNum type="arabicPeriod"/>
            </a:pPr>
            <a:r>
              <a:rPr lang="en-ZA" dirty="0"/>
              <a:t>Constraints</a:t>
            </a:r>
          </a:p>
          <a:p>
            <a:pPr>
              <a:buFont typeface="+mj-lt"/>
              <a:buAutoNum type="arabicPeriod"/>
            </a:pPr>
            <a:r>
              <a:rPr lang="en-ZA" dirty="0"/>
              <a:t>Scope Definition</a:t>
            </a:r>
          </a:p>
          <a:p>
            <a:pPr>
              <a:buFont typeface="+mj-lt"/>
              <a:buAutoNum type="arabicPeriod"/>
            </a:pPr>
            <a:r>
              <a:rPr lang="en-ZA" dirty="0"/>
              <a:t>Goals Of the project</a:t>
            </a:r>
          </a:p>
          <a:p>
            <a:pPr>
              <a:buFont typeface="+mj-lt"/>
              <a:buAutoNum type="arabicPeriod"/>
            </a:pPr>
            <a:r>
              <a:rPr lang="en-ZA" dirty="0"/>
              <a:t>Opportunities to improve</a:t>
            </a:r>
          </a:p>
          <a:p>
            <a:pPr>
              <a:buFont typeface="+mj-lt"/>
              <a:buAutoNum type="arabicPeriod"/>
            </a:pPr>
            <a:r>
              <a:rPr lang="en-ZA" dirty="0"/>
              <a:t>Schedule</a:t>
            </a:r>
          </a:p>
          <a:p>
            <a:pPr>
              <a:buFont typeface="+mj-lt"/>
              <a:buAutoNum type="arabicPeriod"/>
            </a:pPr>
            <a:r>
              <a:rPr lang="en-ZA"/>
              <a:t>Budget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610849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1.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Kahno is a small software development company that is developing a platform that will amalgamate all online ordering applications for restaurants.</a:t>
            </a:r>
          </a:p>
        </p:txBody>
      </p:sp>
    </p:spTree>
    <p:extLst>
      <p:ext uri="{BB962C8B-B14F-4D97-AF65-F5344CB8AC3E}">
        <p14:creationId xmlns:p14="http://schemas.microsoft.com/office/powerpoint/2010/main" val="2558735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2.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Kahno has identified a gap in the market for an application that unifies all fast food ordering systems.</a:t>
            </a:r>
          </a:p>
          <a:p>
            <a:r>
              <a:rPr lang="en-ZA" dirty="0"/>
              <a:t>The application needs to facilitate receiving orders from the client and presenting them to the restaurant.</a:t>
            </a:r>
          </a:p>
          <a:p>
            <a:r>
              <a:rPr lang="en-ZA" dirty="0"/>
              <a:t>The application will be required to have push notifications and be easy to sign up to.</a:t>
            </a:r>
          </a:p>
          <a:p>
            <a:r>
              <a:rPr lang="en-ZA" dirty="0"/>
              <a:t>For the restaurant the system will enable them to receive orders as they usually would and make updating specials easier with a set of options to alter menu items and customising orders for their customers.</a:t>
            </a:r>
          </a:p>
        </p:txBody>
      </p:sp>
    </p:spTree>
    <p:extLst>
      <p:ext uri="{BB962C8B-B14F-4D97-AF65-F5344CB8AC3E}">
        <p14:creationId xmlns:p14="http://schemas.microsoft.com/office/powerpoint/2010/main" val="3359775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3.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The system will use AWS to host a database and web app.</a:t>
            </a:r>
          </a:p>
          <a:p>
            <a:r>
              <a:rPr lang="en-ZA" dirty="0"/>
              <a:t>A mobile app and desktop application will need to be made with different access levels and perspectives.</a:t>
            </a:r>
          </a:p>
          <a:p>
            <a:r>
              <a:rPr lang="en-ZA" dirty="0"/>
              <a:t>The current budget only accounts for the initial release and not the lifetime </a:t>
            </a:r>
            <a:r>
              <a:rPr lang="en-ZA"/>
              <a:t>server maintenance </a:t>
            </a:r>
            <a:r>
              <a:rPr lang="en-ZA" dirty="0"/>
              <a:t>costs</a:t>
            </a:r>
          </a:p>
        </p:txBody>
      </p:sp>
    </p:spTree>
    <p:extLst>
      <p:ext uri="{BB962C8B-B14F-4D97-AF65-F5344CB8AC3E}">
        <p14:creationId xmlns:p14="http://schemas.microsoft.com/office/powerpoint/2010/main" val="26648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4. Scope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Required functionality as follows: </a:t>
            </a:r>
          </a:p>
          <a:p>
            <a:r>
              <a:rPr lang="en-ZA" dirty="0"/>
              <a:t>Order placement facilities for multiple restaurants.</a:t>
            </a:r>
          </a:p>
          <a:p>
            <a:r>
              <a:rPr lang="en-ZA" dirty="0"/>
              <a:t>Client profiles with order history.</a:t>
            </a:r>
          </a:p>
          <a:p>
            <a:r>
              <a:rPr lang="en-ZA" dirty="0"/>
              <a:t>Portal to sign up a restaurant and design a site which can be viewed in the app.</a:t>
            </a:r>
          </a:p>
          <a:p>
            <a:r>
              <a:rPr lang="en-ZA" dirty="0"/>
              <a:t>Ability to alter menu items and specials readily.</a:t>
            </a:r>
          </a:p>
          <a:p>
            <a:r>
              <a:rPr lang="en-ZA" dirty="0"/>
              <a:t>Client ability to customise which restaurants are on their home view and to add new ones readily.</a:t>
            </a:r>
          </a:p>
        </p:txBody>
      </p:sp>
    </p:spTree>
    <p:extLst>
      <p:ext uri="{BB962C8B-B14F-4D97-AF65-F5344CB8AC3E}">
        <p14:creationId xmlns:p14="http://schemas.microsoft.com/office/powerpoint/2010/main" val="1496591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5. Goals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The goals are as follows:</a:t>
            </a:r>
          </a:p>
          <a:p>
            <a:r>
              <a:rPr lang="en-ZA" dirty="0"/>
              <a:t>Simplify the process of placing orders for food.</a:t>
            </a:r>
          </a:p>
          <a:p>
            <a:r>
              <a:rPr lang="en-ZA" dirty="0"/>
              <a:t>Reduce cost of businesses maintaining their own applications.</a:t>
            </a:r>
          </a:p>
          <a:p>
            <a:r>
              <a:rPr lang="en-ZA" dirty="0"/>
              <a:t>Provide a competitor to local applications which do not offer all our services.</a:t>
            </a:r>
          </a:p>
          <a:p>
            <a:r>
              <a:rPr lang="en-ZA" dirty="0"/>
              <a:t>Reduce amount of apps on a persons phone to order food.</a:t>
            </a:r>
          </a:p>
        </p:txBody>
      </p:sp>
    </p:spTree>
    <p:extLst>
      <p:ext uri="{BB962C8B-B14F-4D97-AF65-F5344CB8AC3E}">
        <p14:creationId xmlns:p14="http://schemas.microsoft.com/office/powerpoint/2010/main" val="2889794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6. Opportunities to improve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Something about using a web view to convert websites into </a:t>
            </a:r>
            <a:r>
              <a:rPr lang="en-ZA" dirty="0" err="1"/>
              <a:t>webapps</a:t>
            </a:r>
            <a:endParaRPr lang="en-ZA" dirty="0"/>
          </a:p>
          <a:p>
            <a:r>
              <a:rPr lang="en-ZA" dirty="0"/>
              <a:t>Have customisation options for the design </a:t>
            </a:r>
            <a:r>
              <a:rPr lang="en-ZA" dirty="0" err="1"/>
              <a:t>ui</a:t>
            </a:r>
            <a:r>
              <a:rPr lang="en-ZA" dirty="0"/>
              <a:t> for the back end</a:t>
            </a:r>
          </a:p>
        </p:txBody>
      </p:sp>
    </p:spTree>
    <p:extLst>
      <p:ext uri="{BB962C8B-B14F-4D97-AF65-F5344CB8AC3E}">
        <p14:creationId xmlns:p14="http://schemas.microsoft.com/office/powerpoint/2010/main" val="33305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7. Schedule of project</a:t>
            </a:r>
          </a:p>
        </p:txBody>
      </p:sp>
      <p:graphicFrame>
        <p:nvGraphicFramePr>
          <p:cNvPr id="4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6988737"/>
              </p:ext>
            </p:extLst>
          </p:nvPr>
        </p:nvGraphicFramePr>
        <p:xfrm>
          <a:off x="1021967" y="1482501"/>
          <a:ext cx="10148064" cy="485506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2914">
                  <a:extLst>
                    <a:ext uri="{9D8B030D-6E8A-4147-A177-3AD203B41FA5}">
                      <a16:colId xmlns:a16="http://schemas.microsoft.com/office/drawing/2014/main" val="899141496"/>
                    </a:ext>
                  </a:extLst>
                </a:gridCol>
                <a:gridCol w="6572966">
                  <a:extLst>
                    <a:ext uri="{9D8B030D-6E8A-4147-A177-3AD203B41FA5}">
                      <a16:colId xmlns:a16="http://schemas.microsoft.com/office/drawing/2014/main" val="444392177"/>
                    </a:ext>
                  </a:extLst>
                </a:gridCol>
                <a:gridCol w="1472184">
                  <a:extLst>
                    <a:ext uri="{9D8B030D-6E8A-4147-A177-3AD203B41FA5}">
                      <a16:colId xmlns:a16="http://schemas.microsoft.com/office/drawing/2014/main" val="1951957578"/>
                    </a:ext>
                  </a:extLst>
                </a:gridCol>
              </a:tblGrid>
              <a:tr h="42660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Project Steps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ZA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Detail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 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Date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04944539"/>
                  </a:ext>
                </a:extLst>
              </a:tr>
              <a:tr h="207012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Scope definition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Scope definition documented in the project proposal. 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25-02-2019 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991433818"/>
                  </a:ext>
                </a:extLst>
              </a:tr>
              <a:tr h="45598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Problem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The project proposal with the existing problems, proposed solutions to the problems, business opportunities, schedule of events and the economic justification. 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25-02-2019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34968504"/>
                  </a:ext>
                </a:extLst>
              </a:tr>
              <a:tr h="31396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Requirements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Business requirement statements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29-05-2019</a:t>
                      </a: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375023228"/>
                  </a:ext>
                </a:extLst>
              </a:tr>
              <a:tr h="198012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Logical design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Specifications and the logical system modules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29-05-2019</a:t>
                      </a: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32970004"/>
                  </a:ext>
                </a:extLst>
              </a:tr>
              <a:tr h="72543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Decision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Document with evaluation for each candidate solution in terms of technical-, operational-, economic-, schedule- and risk- feasibility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Choose best candidate solution and decide whether project must be completed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ZA" sz="14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29-05-2019</a:t>
                      </a: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202722709"/>
                  </a:ext>
                </a:extLst>
              </a:tr>
              <a:tr h="700126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Physical design &amp; integration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Physical design models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Detail specifications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Prototypes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Redesigned business processes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2018-10-25</a:t>
                      </a: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15059180"/>
                  </a:ext>
                </a:extLst>
              </a:tr>
              <a:tr h="83896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Construction &amp; testing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Database (Firebase/MySQL)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ZA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Back end setup (Node.js/</a:t>
                      </a:r>
                      <a:r>
                        <a:rPr lang="en-ZA" sz="1200" b="0" dirty="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PhP</a:t>
                      </a:r>
                      <a:r>
                        <a:rPr lang="en-ZA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/Python)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Web interface set up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Testing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2018-10-25</a:t>
                      </a: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3723471"/>
                  </a:ext>
                </a:extLst>
              </a:tr>
              <a:tr h="86883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Installation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An operational system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Operation manual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Documented quality review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Updated logical and physical system models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2018-10-25</a:t>
                      </a: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9242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477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8. Budget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Hours:</a:t>
            </a:r>
          </a:p>
          <a:p>
            <a:pPr marL="0" indent="0">
              <a:buNone/>
            </a:pPr>
            <a:endParaRPr lang="en-ZA" dirty="0"/>
          </a:p>
          <a:p>
            <a:pPr marL="0" indent="0">
              <a:buNone/>
            </a:pPr>
            <a:r>
              <a:rPr lang="en-ZA" dirty="0"/>
              <a:t>Internal cost			=xxx</a:t>
            </a:r>
          </a:p>
        </p:txBody>
      </p:sp>
    </p:spTree>
    <p:extLst>
      <p:ext uri="{BB962C8B-B14F-4D97-AF65-F5344CB8AC3E}">
        <p14:creationId xmlns:p14="http://schemas.microsoft.com/office/powerpoint/2010/main" val="21422933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TM03457503[[fn=Quotable]]</Template>
  <TotalTime>85</TotalTime>
  <Words>506</Words>
  <Application>Microsoft Office PowerPoint</Application>
  <PresentationFormat>Widescreen</PresentationFormat>
  <Paragraphs>82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Century Gothic</vt:lpstr>
      <vt:lpstr>Symbol</vt:lpstr>
      <vt:lpstr>Times New Roman</vt:lpstr>
      <vt:lpstr>Wingdings 2</vt:lpstr>
      <vt:lpstr>Quotable</vt:lpstr>
      <vt:lpstr>Proposal for the restaurant ordering amalgamation system</vt:lpstr>
      <vt:lpstr>Table of Content</vt:lpstr>
      <vt:lpstr>1. Background</vt:lpstr>
      <vt:lpstr>2. Problem statement</vt:lpstr>
      <vt:lpstr>3. Constraints</vt:lpstr>
      <vt:lpstr>4. Scope definition</vt:lpstr>
      <vt:lpstr>5. Goals of the project</vt:lpstr>
      <vt:lpstr>6. Opportunities to improve</vt:lpstr>
      <vt:lpstr>7. Schedule of project</vt:lpstr>
      <vt:lpstr>8. Budget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the restaurant ordering amalgamation system</dc:title>
  <dc:creator>KYLE FLEMING</dc:creator>
  <cp:lastModifiedBy>Rudolph</cp:lastModifiedBy>
  <cp:revision>12</cp:revision>
  <dcterms:created xsi:type="dcterms:W3CDTF">2019-02-16T18:16:41Z</dcterms:created>
  <dcterms:modified xsi:type="dcterms:W3CDTF">2019-02-23T17:36:43Z</dcterms:modified>
</cp:coreProperties>
</file>